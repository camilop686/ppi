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  <p:sldMasterId id="2147483696" r:id="rId4"/>
    <p:sldMasterId id="2147483708" r:id="rId5"/>
  </p:sldMasterIdLst>
  <p:notesMasterIdLst>
    <p:notesMasterId r:id="rId13"/>
  </p:notesMasterIdLst>
  <p:handoutMasterIdLst>
    <p:handoutMasterId r:id="rId14"/>
  </p:handoutMasterIdLst>
  <p:sldIdLst>
    <p:sldId id="256" r:id="rId6"/>
    <p:sldId id="257" r:id="rId7"/>
    <p:sldId id="258" r:id="rId8"/>
    <p:sldId id="259" r:id="rId9"/>
    <p:sldId id="269" r:id="rId10"/>
    <p:sldId id="267" r:id="rId11"/>
    <p:sldId id="260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288AAF-D5FA-472E-8976-42F1C395E494}" v="1" dt="2026-01-29T19:03:40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73" autoAdjust="0"/>
  </p:normalViewPr>
  <p:slideViewPr>
    <p:cSldViewPr snapToGrid="0">
      <p:cViewPr varScale="1">
        <p:scale>
          <a:sx n="48" d="100"/>
          <a:sy n="48" d="100"/>
        </p:scale>
        <p:origin x="1018" y="26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43C6A0A-43E6-0542-F1E7-C15E02268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2F9CD6-ACA3-DA57-F471-7B8865130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C6E15-E31D-42B2-9FDC-7FF0534D6459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0D1040-DBCF-C7C6-BBD5-B3172D97A2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F7067B-D888-B587-6B18-153C3B9405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8C19F-8D13-449E-A84C-72606BDEAA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074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0E59E-E51E-42FF-A31A-8520025D245A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0369-E93C-4A08-A3E0-21ACFA3205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472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1F9E8-29A8-9A93-1259-D7D0FF833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A3B105-5AD3-4122-B28C-43294C393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82EF1-76EB-648F-BDB0-9CB0BADB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B26E35-26B1-4590-9949-BAA5B62C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8F36B7-9D13-CA01-ADA0-4D6BC3C2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4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895E8-50BF-0A55-FB80-E5EB3D89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FC999E-C191-80FF-03B3-8CFCBD17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3F128-F247-3027-AEF9-BCF9D8A2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25789A-C8E7-C80D-2A48-774D0DF8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80A62A-5615-55F4-71E9-A9BB8E33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93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CEF34-9DD3-C5CC-D1C7-02C61365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B2EC6-FA7E-6AC1-4DAC-F70602E64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65240-52AD-106A-9BC7-9168F6D6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A33D9-6941-2F87-46F6-718805D3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51410-A3B4-E780-30FC-AE007961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11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FDB1F-2DDB-094F-6A1B-7C835278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078A80-47AE-688E-FC9F-408FF28C4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5FAFBE-597D-ABD5-25D4-30CBD9BD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070316-BC8B-1062-86A4-B0DEC340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28026D-2800-A634-7090-77807C9E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661B84-44B2-EF3A-889F-C8D9DC6E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65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E54BE-23FD-7A36-1909-371E3C95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105E1F-08C6-4748-9360-BDF46268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E36934-BCAA-8507-0C70-774132B8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86B4D0-AB82-56ED-878B-21A412DF5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6184E2-517A-7421-EAE0-969C90AB6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A6E1AF-263F-20AA-1F65-9CA45626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85909F-6268-187F-2882-DF220AC1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E997A8-A41F-D86C-567E-4CE09450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4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84CD7-EDBF-AED2-3584-D45319F9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08EBEC-2EE8-3A62-22C8-13F3C840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4D26F3-B3AB-9692-CE1E-6EB9D048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3EAF89-75FF-3664-2A4C-ECD7B41D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468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7AADC8-7E4B-5FA8-F7FA-D9195101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B1A26D-9399-AD8E-E8A8-0525AFAD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D208AA-3525-9A9A-5211-8A41580F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48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50C50-CD2B-827F-605B-4F998307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2BEDB-2595-2120-6FBB-F7F19421F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029D5A-D05F-A92C-CBC9-9F47D5E2B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6376B0-94BA-05D2-F8BA-3F58052F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05C88D-C992-60D7-B7D6-48ACC3D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36159E-92FC-9E08-052C-3986B8BA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39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D3DB5-7FBE-8C76-807B-B1504F63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2FC5ED-13F4-B8AE-8D9A-F1FD4FF9C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8896AC-870C-3D10-29F3-5F4239B93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FAFD61-7F98-F852-85DE-98E26541A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A0DBC8-205B-EB02-442A-BBE9C855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6D00CB-CDF4-44C3-C204-314CD55F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58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F2B50-39F2-4380-1BA1-B5181B6C4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026A05-E0C7-20A6-1934-D7652A42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B361E1-0AE4-E5D4-52F8-4EF7E5F5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1CAA81-3457-C59F-58C6-8353CB49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08143B-6231-ADDB-D75D-AB17D51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453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1799E6-CBD0-B85E-63D9-910F8EEB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41951E-BBE3-BD86-B85E-DCBD964FC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D4530-D420-06E8-676B-5417D9E5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927FBA-3478-A7A2-4437-5FA24125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BE1F5-AF89-BF28-9DF7-ACFE4B84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0025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F7A3E-366B-23B1-37F1-BB9A73B95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369DB3-37EC-0321-E367-9C311F1C4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B0047B-76A3-3575-DE26-C2A36933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976D1-586F-F4D7-98E9-6E4997A7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944139-BBE1-D904-FADB-90296637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580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B8CFC-2EA3-BB0E-8C0A-710E399D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C7C3F3-0F04-445A-058A-091C0C5F7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8445E2-2FC1-BB90-539F-D1E9806C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F8594A-5682-03EB-CA06-DBCAB6A3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3203A-2394-A77C-37EA-3319B88F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5118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73298-FA60-462F-9319-ECDF1912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E0FDB2-A8D5-730F-EFF8-91339473F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FD177-8234-1F92-DF2F-B9C4C2A4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214FA6-FE9D-1624-0F75-9AE3C801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75044-BBA6-A62B-E9A2-22CABC8F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924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E1410-700B-589A-2C96-45FEEE7F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AE16EB-671C-B0A3-44A6-340A13CE1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24CB00-5DA6-34E3-CAA3-A1F866D7E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10281A-25B8-B690-945B-72D5CC90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FB358A-7362-59EA-CEF7-D12A15FD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03EB0E-CA56-6891-D4AB-15A1F3BD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8806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CACCC-7977-4A5D-5EC6-A3E11E3A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D8BBEA-EDD7-808A-2693-C1EFBF29F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D76AED-EA64-5047-1C2D-F38BCCFAD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A19F77-B722-522E-4A57-960BB8C1C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710743-7B84-EDF3-28AB-B36ECA17A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8DCD20-7285-71FB-AF94-CEAF6CA9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D67421-5541-2237-7FC6-A3D52D4F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E32A46-E085-DDCF-7998-50FA90BB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625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6A6B-919A-C040-8F71-6CB89394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C0C4C5-4110-3B86-2433-3B39DD53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DA4B7A-7A27-B346-31D8-10981B7C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96EB2C-6D87-BE1F-53CD-ECCF8EE6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1300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1F32FD-8B48-93FB-12B3-EA8D0465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4C43E9-AF60-4707-91FA-AA52F7B7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CAA89-485C-5C60-F074-7A91E9FE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5209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1E30-729A-C316-0C92-77A4652F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002D5C-079D-BEDA-1106-0374DB187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5DA351-9230-F135-4C41-CF6660720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69E752-48BC-B163-4840-356D6329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1B15AD-F48B-581D-0EC2-4F8536AF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CEC20D-16AF-B39B-CC68-E3EE08FC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026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443FE-0553-592F-C60C-504D9A2F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CE75D9-A4F7-803A-FFE1-7F767DC43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7BA31-DD30-249C-C1F6-865BCBDD1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CB75C6-1CD5-A706-8874-FA669FD7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32ECDE-0772-B6DF-AE60-D374AA52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AFB7AB-DE58-B9B5-E46F-247A6C09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5559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D0103-D8CF-E364-5ADD-462FDDEF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14730B-A699-DC9B-D7EC-177EC8BE5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3E53A-EA37-1473-74FC-1C829F58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327D8F-7B68-D154-2AC4-61F4F9B4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0AD2FC-EBD7-CCA3-D861-EB090AA4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341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3AEBC3-3001-8ECA-E946-5F6E287C4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C95D64-13E5-1D8E-9D8D-AF60BC881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68949B-0EB1-4A08-FEAE-882BA135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8EA2D-C8BE-7063-BFE9-93A4E37B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7C9C8-7F0D-1F71-4B64-412B3BBD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61764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CDAF4-2805-CA20-16DF-107F9F198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FFED57-12DF-DCF3-C630-2DC9F7DDF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24A236-B5E9-B370-BF11-1C9C9552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11C073-7576-616E-A6A8-01DB14BB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988407-E387-8FA4-C890-04515850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89319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10CAB-5054-41E4-B602-0F5C3FB5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48C502-65A3-E925-CDFB-E4E9A9A48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2F30B-AE2D-DC31-1C38-7C77D012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997E7-F0B6-312B-D2F6-9766B738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1DAC6E-DE26-DE34-79B5-D2243CEA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9923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7B253-E837-EC99-3246-43C1E57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0663F6-1F03-B3DE-588A-FBA8CF63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517EF2-1A6B-4CF3-1874-2BC00A20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DB54B-FED9-58FB-A32B-99B2C29C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1C43D-AD36-A323-9DC5-BBA06CB6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9796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451C3-9DB5-10BA-F4BD-A7C13D05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D452A-C445-44CA-F44D-69D0B63E6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BE6C4D-7784-A85F-276F-6BB67F1EA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16D1FD-93F5-39AE-F050-95946685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AB9E17-2D6C-CE31-BB6A-8C915E67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CC75CF-E33E-ECDC-156B-13720E32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9519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68B83-7C44-3222-B27E-E6BAB537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351311-26BC-504D-F532-0CBD1B6D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DAE410-C902-075C-148F-32D19DB0A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B118E3-35CD-FE35-55F2-735EF7FAE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1138ED-16F4-D522-03D4-20DCF5607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C00982-5748-BF6E-A85A-227A11BF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06B537-E070-CE25-7C22-078CC83F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50112E-2E34-F2E8-44B3-177BF12F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7809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8E999-CAC7-47BB-5250-CC1BB79D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11B99E-337C-195C-99DA-A6B9642D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30C1CD-CF7A-A264-BB2B-85795455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6F0ED-2379-EACC-6504-3260F0BF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93724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C87E56-FBE4-5C12-1DB3-37276E65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57F434B-2136-9FAC-E4FE-44ED9F66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B2DBBD-A32A-AF2D-3AFD-F48F7FB3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5237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A112A-1444-BDF3-34E8-778BC4E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FDC5B-EB07-D75A-5595-11367122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134F21-5153-4713-8635-2322D8481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DA4447-E0A4-63F4-7C0F-2712A698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0C4B23-E764-4821-0609-410FB763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A090CD-B786-D0EA-5E8A-F201E151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248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391BB-E989-3BD0-D4CC-B1895DD1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1627BE-8AB9-6E89-172E-CAACD3D29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451896-58FC-77C2-5A74-4AC74A66E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6D5104-6FFC-846E-595E-D25A831C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90CFB9-2387-EB9F-5F38-1AA1240B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AD67B9-25AD-523F-C09B-523D6ADA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34708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67E5C-EE22-3C32-5741-B77C8FAD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879AE0-56DE-E680-6565-E8ADEEAFA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9A24A5-C330-73B7-3CCC-ECEBA17C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F07069-32E9-8FC1-0854-BB6C7182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7BCA25-1926-3D8F-5322-1CB4E27C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2413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C45088-83B0-D509-3FEB-11DE2EF73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8E5733-F21E-831B-DE9B-B47B0C073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B79B3C-7872-55A2-C239-8416D1CD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58DA0-0FC2-8BF3-0AC8-F6F04843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EA7899-1A66-C403-4FFB-073D4DE8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42444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1715A-2B15-CC46-DD2A-C1892EAA4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73E10A-A6C6-A308-B7F7-F5C51956F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27B4FC-E551-33E0-2F47-00FEB8D7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076ED-47B6-43FA-38B8-7BF6EBBAF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860D28-CB05-1F1A-8280-6267C804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9762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6CC44-673D-2099-9A79-494F6BB7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FABD19-A5B1-0D81-A9F1-D602BCD7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BC329D-5DC5-F61D-B262-F80621F5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25CC0-E787-1234-F594-9A6D0B53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A3789-9F8A-9B80-4547-6A28EC7C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39568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603B4-3E54-2377-6995-F361C177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1A4325-8AFF-02A7-DB94-8EEE58D5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940F86-2B86-7CDF-BEF8-978B0488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B45498-4A86-FCDF-F0B4-236731E1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06300-BD6F-F080-06CB-9211E31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7705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AC88B-FEA7-4BC2-A091-D62B4C29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7614B4-8ACF-8B35-5662-AC070440E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91E95D-34E8-FBE5-C9CF-BFEFA9E42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71EE64-143E-EB76-F800-2F3634EB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F7B7BB-E338-81C0-D523-EB51B3D8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0999BC-838F-7211-53DA-D498ED2F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1040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0C79F-0BB5-569C-7626-A046CA61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A66CE2-3117-472E-73C1-AE7638636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857CD0-5CDC-B258-FCDC-1609C972A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5DBAB8-B58D-BC65-2C24-FE78DE3BC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8A3AC2-EE73-4B8A-1DA1-442851E17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A4F30D-9FA7-2ACD-3BF0-FFDA5E56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78090C-CDF0-6E1A-FEA9-C8CA840A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A0EBBB-5366-4177-44DF-C29E9185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2323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3C5DA-4659-A0EF-F9E6-76A59F7C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2EE513-FBC9-D8E7-D6B5-C5274EE7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F8F43A-6204-0232-BA7B-AF1F0F4F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4B1A20-1753-EDED-F10D-A04A77D0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2543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72B095-9F9A-4128-1048-89F95359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647976-1BB7-B42F-114E-839551B1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EAC185-1698-82F0-6338-099773A1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6866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F854B-C2BB-501E-B187-22BE9682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DB8128-6DD8-45D0-FFDC-6033A42CA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C66AE3-04E8-8921-BE04-C9A5D6988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644C01-398C-3151-D1DA-B23BA115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8BEF03-C576-0920-23B2-C7147F06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077A47-D19D-31C4-5F5E-52D878E9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72150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1A564-37A1-2570-9A41-A08C3028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E4C245-CB85-4F9E-CA36-42C1BAD61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D7C78-7751-9BDE-1C14-38F66DF5B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695CCA-6EBC-CDF8-D2D0-CD7BB22B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E5213F-6F44-34AA-528F-240DAEEF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E2801-9B39-A5AA-84AA-55A38C5F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66956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8A04D-6C7A-0549-FC93-4E855D4A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02759C-DBC9-D748-2068-1FCC4333F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0CF18-9523-279A-A2BF-A8E584E6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09C16-20C0-4F10-5D0D-3B45CC8F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99435F-7FF6-4D7F-62AC-EAB22C46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5237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B381F5-A6CC-5172-109E-03CA79396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E7C6D2-8A41-6E63-1A38-A82A39A2D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F51B9-180D-AAE4-4E54-805FE036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96F63F-96D6-F46F-0A87-951A3FB3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A967C-5585-F4CC-23A7-2BBB8996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2800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421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F80DF-4734-D37C-67FE-74D14861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DBEEFC-ECDC-3303-0681-AE6587558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2254AF-B2CF-4080-193E-F5AD7792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CF9F26-655A-0069-A494-56719E49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D1385-0C9C-4653-7A15-828C8BF5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98409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E6D99-42E9-A77E-30D8-559E96FC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6CFA7F-2A73-26D3-902F-D83E1281E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383917-F68F-82C0-4BA5-7C2567F2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38048-C7DE-6940-FC03-96D051C5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1FB77-CB97-02CE-23A5-891DFB95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5404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927AE-95CA-9A87-4D4A-64F0E32A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3FFC60-ECE2-6B0B-4AF0-E34D69812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3DE225-905F-167E-A3D6-1E8762AC4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6C3610-14DE-D7DA-BCE5-B755E149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A69666-121D-4056-3A90-CF85A626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B74D38-FABB-DD44-8CAD-5418BA80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3913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54E3C-EBFB-88D6-3444-BA658A7F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D3C18-0F0A-0838-39B3-87B1D1D45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39A0A0-1988-E3F4-FD72-807B9B5DD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64C7E3-A0AA-1E8F-DB33-9F5C2D343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7354A5-C4F7-D6FE-8E9E-62A3DBF3F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0C4D56-E13E-EF53-ABF5-590EB094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5FE177-FEE0-C7C8-667C-8988FACC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101A35-C412-8BD4-C45B-822D78FC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51304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748A3-CFA2-90FF-2477-A80EAAC2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524BBC-3C37-5852-BBF7-6B294A51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A13886-167A-4EDD-54F9-D0A47D9E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EE67CD-E244-8F51-2AFD-3F79BDF6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14772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8EF8F7-E2E2-984F-44A7-DCBE1F79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147852-E59D-325D-646D-3D8B26FD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BB7402-EA52-7601-4E45-669B08C9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94543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F32BB-8A1A-877D-813F-3C75571D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285091-587F-2265-62D5-5115D203C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8952F1-9540-E5B5-B7C0-0A06B6B42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C9E9B-371E-B6A8-8FD7-E3AF35DB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95896B-739F-B502-FF03-DF34A4ED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D9FD5C-61A0-08CD-8881-A099F5C3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8464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0D28A-3E78-2161-1368-7D3C7EBD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3D6902-AA80-F5E3-B7B0-614AC8830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46910-6CD9-427D-5F1A-902538EBF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4CCD2-8980-18D2-3858-FE2E72CA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13F889-2549-CEB7-301C-EBA8208B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BB955A-1E5E-5A00-C131-9B321CEF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6758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6BD2F-859F-A0D6-DCBD-73D943C5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679C38-2E98-7849-73D8-3BE7DCC2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3A4259-03CD-FDE6-BFD5-EE6D4965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2B304C-E2F4-1A01-F7A2-8C48AE46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C3369-6582-751C-247C-70DA9A64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29898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08DB42-6358-11A7-13F5-AB679F2F2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50936D-0B2F-FB3F-1E31-70BDBFE17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849EB-0F67-F101-994D-BBF94502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638A83-DEEC-EA4A-1EB3-63F7802C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971AE0-C8C6-A862-A9D7-FEAD01D5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478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41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2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50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75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26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44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EFB3E7-F3C9-DA46-5DBF-37A84552B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55" y="1026367"/>
            <a:ext cx="9828246" cy="4086809"/>
          </a:xfrm>
        </p:spPr>
        <p:txBody>
          <a:bodyPr/>
          <a:lstStyle/>
          <a:p>
            <a:r>
              <a:rPr lang="es-ES" b="1" dirty="0"/>
              <a:t> SISTEMA DE PREVENCIÓN CON MÉTODOS FIABLES PARA LA PREVENCIÓN DE VIRUS.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94491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83F6F31-C5F6-28AA-35F5-997056986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1942" y="1122363"/>
            <a:ext cx="8186057" cy="1079661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</a:rPr>
              <a:t>INTRODUCCION 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89204516-05D8-5B91-DF42-B66673947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746" y="2687216"/>
            <a:ext cx="9800253" cy="3172408"/>
          </a:xfrm>
        </p:spPr>
        <p:txBody>
          <a:bodyPr/>
          <a:lstStyle/>
          <a:p>
            <a:r>
              <a:rPr lang="es-ES" dirty="0"/>
              <a:t>Esta fórmula busca prevenir virus digitales, informar sobre los más comunes y sus posibles daños. Además, tiene como objetivo detectar, prevenir y eliminar amenazas informáticas como malware, spyware, troyanos, gusanos y ransomware, que afectan el funcionamiento de computadoras y dispositivos móviles.</a:t>
            </a:r>
            <a:br>
              <a:rPr lang="es-ES" dirty="0"/>
            </a:b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3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77A2D-6B6F-EA50-F58D-4AF9BCC9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65" y="503853"/>
            <a:ext cx="9977535" cy="2286000"/>
          </a:xfrm>
        </p:spPr>
        <p:txBody>
          <a:bodyPr/>
          <a:lstStyle/>
          <a:p>
            <a:r>
              <a:rPr lang="es-MX" b="1" dirty="0"/>
              <a:t>DESCRIPCION DEL PROBLEMA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B5E3BD-6CDF-56FE-ED32-97A87E1EA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385" y="2971799"/>
            <a:ext cx="9697616" cy="2962469"/>
          </a:xfrm>
        </p:spPr>
        <p:txBody>
          <a:bodyPr/>
          <a:lstStyle/>
          <a:p>
            <a:r>
              <a:rPr lang="es-ES" dirty="0"/>
              <a:t>El aumento de amenazas informáticas en un mundo digital hace esencial proteger la información y los sistemas. El uso constante de internet y dispositivos conectados expone a los usuarios a virus, malware y ciberataques, mientras que muchos no tienen los conocimientos ni herramientas para prevenirlos. Por ello, es urgente implementar métodos de protección virtual, como antivirus actualizados, firewalls y educación digital, para reducir vulnerabilidades y promover una cultura de ciberseguridad responsable.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4482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8B548-A2F3-D469-D453-B36E0602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4" y="1931437"/>
            <a:ext cx="9916885" cy="2360645"/>
          </a:xfrm>
        </p:spPr>
        <p:txBody>
          <a:bodyPr/>
          <a:lstStyle/>
          <a:p>
            <a:r>
              <a:rPr lang="es-ES" dirty="0"/>
              <a:t>SISTEMA DE PREVENCIÓN     CON MÉTODOS   FIABLES  PARA    LA    PREVENCIÓN  DE   VIRUS.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7759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EFB3E7-F3C9-DA46-5DBF-37A84552BB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INTEGRANTES</a:t>
            </a:r>
            <a:endParaRPr lang="es-CO" b="1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79C149D-C86D-297B-5AA6-66D11E4E02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RONALD STEVEN ZAPATA GALLEGO</a:t>
            </a:r>
          </a:p>
          <a:p>
            <a:r>
              <a:rPr lang="es-ES" dirty="0"/>
              <a:t>JUAN CAMILO PINEDA CORTES</a:t>
            </a:r>
          </a:p>
          <a:p>
            <a:r>
              <a:rPr lang="es-ES" dirty="0"/>
              <a:t>10-2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3398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094712"/>
      </p:ext>
    </p:extLst>
  </p:cSld>
  <p:clrMapOvr>
    <a:masterClrMapping/>
  </p:clrMapOvr>
</p:sld>
</file>

<file path=ppt/theme/theme1.xml><?xml version="1.0" encoding="utf-8"?>
<a:theme xmlns:a="http://schemas.openxmlformats.org/drawingml/2006/main" name="01-Aérea-Pol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2-Gris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03-Verde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04-Verde-Limon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05-Final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170</Words>
  <Application>Microsoft Office PowerPoint</Application>
  <PresentationFormat>Panorámica</PresentationFormat>
  <Paragraphs>10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Arial</vt:lpstr>
      <vt:lpstr>01-Aérea-Poli</vt:lpstr>
      <vt:lpstr>02-Gris-Poli</vt:lpstr>
      <vt:lpstr>03-Verde-Poli</vt:lpstr>
      <vt:lpstr>04-Verde-Limon-Poli</vt:lpstr>
      <vt:lpstr>05-Final-Poli</vt:lpstr>
      <vt:lpstr>Presentación de PowerPoint</vt:lpstr>
      <vt:lpstr> SISTEMA DE PREVENCIÓN CON MÉTODOS FIABLES PARA LA PREVENCIÓN DE VIRUS.</vt:lpstr>
      <vt:lpstr>INTRODUCCION </vt:lpstr>
      <vt:lpstr>DESCRIPCION DEL PROBLEMA</vt:lpstr>
      <vt:lpstr>SISTEMA DE PREVENCIÓN     CON MÉTODOS   FIABLES  PARA    LA    PREVENCIÓN  DE   VIRUS.</vt:lpstr>
      <vt:lpstr>INTEGRANTES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camilo rendon moncada</dc:creator>
  <cp:lastModifiedBy>Ronald Zapata</cp:lastModifiedBy>
  <cp:revision>5</cp:revision>
  <dcterms:created xsi:type="dcterms:W3CDTF">2025-01-16T15:35:54Z</dcterms:created>
  <dcterms:modified xsi:type="dcterms:W3CDTF">2026-01-29T19:03:50Z</dcterms:modified>
</cp:coreProperties>
</file>